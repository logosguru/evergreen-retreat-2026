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 / 13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22960" y="1417320"/>
            <a:ext cx="3840480" cy="3840480"/>
          </a:xfrm>
          <a:prstGeom prst="ellipse">
            <a:avLst/>
          </a:prstGeom>
          <a:solidFill>
            <a:srgbClr val="F6F1E7"/>
          </a:solidFill>
          <a:ln w="12700">
            <a:solidFill>
              <a:srgbClr val="F6F1E7"/>
            </a:solidFill>
            <a:prstDash val="solid"/>
          </a:ln>
        </p:spPr>
      </p:sp>
      <p:pic>
        <p:nvPicPr>
          <p:cNvPr id="8" name="Image 0" descr="/Users/logosguru/Code/retreat2026/public/retreat-emblem-2026.png">    </p:cNvPr>
          <p:cNvPicPr>
            <a:picLocks noChangeAspect="1"/>
          </p:cNvPicPr>
          <p:nvPr/>
        </p:nvPicPr>
        <p:blipFill>
          <a:blip r:embed="rId1"/>
          <a:srcRect l="-86" r="-86" t="0" b="0"/>
          <a:stretch/>
        </p:blipFill>
        <p:spPr>
          <a:xfrm>
            <a:off x="1325880" y="1874520"/>
            <a:ext cx="2834640" cy="29718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303520" y="1463040"/>
            <a:ext cx="6339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spc="4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GAME 01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303520" y="1874520"/>
            <a:ext cx="6339535" cy="100812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가위바위보 챔피언십</a:t>
            </a:r>
            <a:endParaRPr lang="en-US" sz="4800" dirty="0"/>
          </a:p>
        </p:txBody>
      </p:sp>
      <p:sp>
        <p:nvSpPr>
          <p:cNvPr id="11" name="Text 8"/>
          <p:cNvSpPr/>
          <p:nvPr/>
        </p:nvSpPr>
        <p:spPr>
          <a:xfrm>
            <a:off x="5303520" y="2930652"/>
            <a:ext cx="6339535" cy="6720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DCC07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Rock-Paper-Scissors Championship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5303520" y="3602736"/>
            <a:ext cx="6339535" cy="6240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E7EA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Campeonato de Piedra, Papel o Tijera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5303520" y="4663440"/>
            <a:ext cx="6339535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800" dirty="0">
                <a:solidFill>
                  <a:srgbClr val="F6F1E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마지막 한 명의 챔피언을 찾습니다!</a:t>
            </a:r>
            <a:endParaRPr lang="en-US" sz="1800" dirty="0"/>
          </a:p>
          <a:p>
            <a:pPr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play until one Evergreen Champion remains!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7EA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¡Jugamos hasta que quede un solo campeón!</a:t>
            </a:r>
            <a:endParaRPr lang="en-US" sz="1800" dirty="0"/>
          </a:p>
        </p:txBody>
      </p:sp>
      <p:pic>
        <p:nvPicPr>
          <p:cNvPr id="14" name="Image 1" descr="/Users/logosguru/Code/retreat2026/out/icebreaker/evergreen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1375" y="6309360"/>
            <a:ext cx="2011680" cy="4734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 / 13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RULES · 규칙 · REGLAS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1325880"/>
            <a:ext cx="777240" cy="777240"/>
          </a:xfrm>
          <a:prstGeom prst="ellipse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258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241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600200" y="1234440"/>
            <a:ext cx="10042855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두 사람이 가위바위보를 합니다.</a:t>
            </a:r>
            <a:endParaRPr lang="en-US" sz="28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900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Two people play Rock, Paper, Scissors.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E7EA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Dos personas juegan piedra, papel o tijera.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777240" cy="777240"/>
          </a:xfrm>
          <a:prstGeom prst="ellipse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9260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241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600200" y="2834640"/>
            <a:ext cx="10042855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진 사람은 앉지 않습니다 — 승자의 응원단이 됩니다!</a:t>
            </a:r>
            <a:endParaRPr lang="en-US" sz="28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900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The loser does NOT sit down — you become the winner’s cheerleader!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E7EA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El que pierde NO se sienta: ¡se convierte en animador del ganador!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548640" y="4526280"/>
            <a:ext cx="777240" cy="777240"/>
          </a:xfrm>
          <a:prstGeom prst="ellipse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5262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241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600200" y="4434840"/>
            <a:ext cx="10042855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진 사람은 승자 뒤에 서서 어깨에 손을 얹고 따라다닙니다.</a:t>
            </a:r>
            <a:endParaRPr lang="en-US" sz="28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900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Losers line up behind the winner, hands on their shoulders, and follow them.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E7EA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Los que pierden van detrás del ganador, manos en sus hombros, y lo siguen.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 / 13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RULES · 규칙 · REGLAS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777240" cy="777240"/>
          </a:xfrm>
          <a:prstGeom prst="ellipse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4630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241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4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600200" y="1371600"/>
            <a:ext cx="10042855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승자의 이름을 묻고, 그 이름을 외치며 응원합니다.</a:t>
            </a:r>
            <a:endParaRPr lang="en-US" sz="28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900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Ask the winner’s name — and cheer for them BY NAME.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E7EA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Pregunta el nombre del ganador y anímalo POR SU NOMBRE.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777240" cy="777240"/>
          </a:xfrm>
          <a:prstGeom prst="ellipse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8404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241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5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600200" y="3749040"/>
            <a:ext cx="10042855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챔피언이 지면 그 팀 전체가 이긴 챔피언의 줄 뒤에 합류합니다.</a:t>
            </a:r>
            <a:endParaRPr lang="en-US" sz="28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900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When a champion loses, the whole team joins the back of the winning champion’s line.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E7EA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 un campeón pierde, todo su equipo se une al final de la fila del campeón ganador.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4 / 13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THE CUE · 구호 · LA SEÑAL</a:t>
            </a:r>
            <a:endParaRPr lang="en-US" sz="1800" dirty="0"/>
          </a:p>
        </p:txBody>
      </p:sp>
      <p:pic>
        <p:nvPicPr>
          <p:cNvPr id="8" name="Image 0" descr="/Users/logosguru/Code/retreat2026/scripts/icebreaker/assets/emoji-f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9637" y="1508760"/>
            <a:ext cx="1280160" cy="12801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2880360"/>
            <a:ext cx="260215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CC07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ROCK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548640" y="3657600"/>
            <a:ext cx="260215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7EA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바위 · Piedra</a:t>
            </a:r>
            <a:endParaRPr lang="en-US" sz="1600" dirty="0"/>
          </a:p>
        </p:txBody>
      </p:sp>
      <p:pic>
        <p:nvPicPr>
          <p:cNvPr id="11" name="Image 1" descr="/Users/logosguru/Code/retreat2026/scripts/icebreaker/assets/emoji-ha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0391" y="1508760"/>
            <a:ext cx="1280160" cy="12801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79394" y="2880360"/>
            <a:ext cx="260215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CC07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PAPER</a:t>
            </a:r>
            <a:endParaRPr lang="en-US" sz="3400" dirty="0"/>
          </a:p>
        </p:txBody>
      </p:sp>
      <p:sp>
        <p:nvSpPr>
          <p:cNvPr id="13" name="Text 9"/>
          <p:cNvSpPr/>
          <p:nvPr/>
        </p:nvSpPr>
        <p:spPr>
          <a:xfrm>
            <a:off x="3379394" y="3657600"/>
            <a:ext cx="260215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7EA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 · Papel</a:t>
            </a:r>
            <a:endParaRPr lang="en-US" sz="1600" dirty="0"/>
          </a:p>
        </p:txBody>
      </p:sp>
      <p:pic>
        <p:nvPicPr>
          <p:cNvPr id="14" name="Image 2" descr="/Users/logosguru/Code/retreat2026/scripts/icebreaker/assets/emoji-victo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1145" y="1508760"/>
            <a:ext cx="1280160" cy="12801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10148" y="2880360"/>
            <a:ext cx="260215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CC07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SCISSORS</a:t>
            </a:r>
            <a:endParaRPr lang="en-US" sz="3400" dirty="0"/>
          </a:p>
        </p:txBody>
      </p:sp>
      <p:sp>
        <p:nvSpPr>
          <p:cNvPr id="16" name="Text 11"/>
          <p:cNvSpPr/>
          <p:nvPr/>
        </p:nvSpPr>
        <p:spPr>
          <a:xfrm>
            <a:off x="6210148" y="3657600"/>
            <a:ext cx="260215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7EA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가위 · Tijera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9040901" y="1325880"/>
            <a:ext cx="2602154" cy="3246120"/>
          </a:xfrm>
          <a:prstGeom prst="roundRect">
            <a:avLst>
              <a:gd name="adj" fmla="val 5271"/>
            </a:avLst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pic>
        <p:nvPicPr>
          <p:cNvPr id="18" name="Image 3" descr="/Users/logosguru/Code/retreat2026/scripts/icebreaker/assets/emoji-targ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1898" y="1508760"/>
            <a:ext cx="1280160" cy="12801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040901" y="2880360"/>
            <a:ext cx="260215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241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SHOOT!</a:t>
            </a:r>
            <a:endParaRPr lang="en-US" sz="3400" dirty="0"/>
          </a:p>
        </p:txBody>
      </p:sp>
      <p:sp>
        <p:nvSpPr>
          <p:cNvPr id="20" name="Text 14"/>
          <p:cNvSpPr/>
          <p:nvPr/>
        </p:nvSpPr>
        <p:spPr>
          <a:xfrm>
            <a:off x="9040901" y="3657600"/>
            <a:ext cx="260215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0E24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여기서 냅니다!</a:t>
            </a:r>
            <a:endParaRPr lang="en-US" sz="1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0E24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¡Aquí se tira!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548640" y="4937760"/>
            <a:ext cx="11094415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2000" dirty="0">
                <a:solidFill>
                  <a:srgbClr val="F6F1E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모두 “SHOOT!”에 손을 냅니다. 비기면 바로 다시!</a:t>
            </a:r>
            <a:endParaRPr lang="en-US" sz="20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800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Everyone throws on “SHOOT!” — ties replay immediately.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7EA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Todos tiran en “SHOOT!” — si hay empate, ¡otra vez!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5 / 13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PRACTICE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26517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0" b="1" dirty="0">
                <a:solidFill>
                  <a:srgbClr val="F6F1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</a:t>
            </a:r>
            <a:endParaRPr lang="en-US" sz="15000" dirty="0"/>
          </a:p>
        </p:txBody>
      </p:sp>
      <p:sp>
        <p:nvSpPr>
          <p:cNvPr id="9" name="Shape 7"/>
          <p:cNvSpPr/>
          <p:nvPr/>
        </p:nvSpPr>
        <p:spPr>
          <a:xfrm>
            <a:off x="3246120" y="1463040"/>
            <a:ext cx="0" cy="429768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1234440"/>
            <a:ext cx="8031175" cy="9601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연습 한 번!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611880" y="2240280"/>
            <a:ext cx="803117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DCC07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Practice Round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611880" y="2880360"/>
            <a:ext cx="803117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E7EA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Ronda de práctica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611880" y="3703320"/>
            <a:ext cx="8031175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F6F1E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MC를 따라 손동작과 구호를 한 번 연습합니다.</a:t>
            </a:r>
            <a:endParaRPr lang="en-US" sz="20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Follow the MCs — one practice round together.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7EA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Sigan a los MC — una ronda de práctica juntos.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11880" y="5349240"/>
            <a:ext cx="80311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ROCK!  PAPER!  SCISSORS!  SHOOT!</a:t>
            </a:r>
            <a:endParaRPr lang="en-US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6 / 13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ROUND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26517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0" b="1" dirty="0">
                <a:solidFill>
                  <a:srgbClr val="F6F1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</a:t>
            </a:r>
            <a:endParaRPr lang="en-US" sz="15000" dirty="0"/>
          </a:p>
        </p:txBody>
      </p:sp>
      <p:sp>
        <p:nvSpPr>
          <p:cNvPr id="9" name="Shape 7"/>
          <p:cNvSpPr/>
          <p:nvPr/>
        </p:nvSpPr>
        <p:spPr>
          <a:xfrm>
            <a:off x="3246120" y="1463040"/>
            <a:ext cx="0" cy="429768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1234440"/>
            <a:ext cx="8031175" cy="9601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첫 만남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611880" y="2240280"/>
            <a:ext cx="803117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DCC07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Meet Someone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611880" y="2880360"/>
            <a:ext cx="803117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E7EA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Conoce a alguien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611880" y="3703320"/>
            <a:ext cx="8031175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F6F1E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잘 모르는 사람 한 명을 찾아 마주 서세요. 가족이나 같이 온 분은 피해 주세요. 아직 시작하지 마세요!</a:t>
            </a:r>
            <a:endParaRPr lang="en-US" sz="20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Find one person you don’t know well — not family, not who you came with. Face each other, but don’t play yet!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7EA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Busca a alguien que no conozcas bien — ni familia, ni con quien viniste. Frente a frente, ¡pero todavía no jueguen!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7 / 13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ROUND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26517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0" b="1" dirty="0">
                <a:solidFill>
                  <a:srgbClr val="F6F1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</a:t>
            </a:r>
            <a:endParaRPr lang="en-US" sz="15000" dirty="0"/>
          </a:p>
        </p:txBody>
      </p:sp>
      <p:sp>
        <p:nvSpPr>
          <p:cNvPr id="9" name="Shape 7"/>
          <p:cNvSpPr/>
          <p:nvPr/>
        </p:nvSpPr>
        <p:spPr>
          <a:xfrm>
            <a:off x="3246120" y="1463040"/>
            <a:ext cx="0" cy="429768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1234440"/>
            <a:ext cx="8031175" cy="9601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응원 시작!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611880" y="2240280"/>
            <a:ext cx="803117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DCC07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Start the Cheer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611880" y="2880360"/>
            <a:ext cx="803117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E7EA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¡A animar!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611880" y="3703320"/>
            <a:ext cx="8031175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F6F1E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챔피언은 앞에, 응원단은 뒤에서 어깨에 손을 얹고! 챔피언의 이름을 물어보고 응원 준비하세요.</a:t>
            </a:r>
            <a:endParaRPr lang="en-US" sz="20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Champions in front, cheerleaders behind with hands on shoulders! Ask your champion’s name and get ready to cheer.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7EA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¡Campeones adelante, animadores atrás con las manos en los hombros! Pregunta el nombre de tu campeón y prepárate para animar.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8 / 13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ROUND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26517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0" b="1" dirty="0">
                <a:solidFill>
                  <a:srgbClr val="F6F1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</a:t>
            </a:r>
            <a:endParaRPr lang="en-US" sz="15000" dirty="0"/>
          </a:p>
        </p:txBody>
      </p:sp>
      <p:sp>
        <p:nvSpPr>
          <p:cNvPr id="9" name="Shape 7"/>
          <p:cNvSpPr/>
          <p:nvPr/>
        </p:nvSpPr>
        <p:spPr>
          <a:xfrm>
            <a:off x="3246120" y="1463040"/>
            <a:ext cx="0" cy="429768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1234440"/>
            <a:ext cx="8031175" cy="9601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응원 열기!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611880" y="2240280"/>
            <a:ext cx="803117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DCC07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Build the Energy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611880" y="2880360"/>
            <a:ext cx="803117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E7EA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¡Sube la energía!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611880" y="3703320"/>
            <a:ext cx="8031175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F6F1E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팀이 커지고 있습니다! 셋을 세면 챔피언 이름을 가장 크게 외쳐 주세요. 하나, 둘, 셋!</a:t>
            </a:r>
            <a:endParaRPr lang="en-US" sz="20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Your teams are getting bigger! On three, cheer your champion’s name as loud as you can. One, two, THREE!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7EA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¡Sus equipos están creciendo! A la de tres, griten el nombre de su campeón. ¡Uno, dos, TRES!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9 / 13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ROUNDS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26517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6F1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4–5</a:t>
            </a:r>
            <a:endParaRPr lang="en-US" sz="9600" dirty="0"/>
          </a:p>
        </p:txBody>
      </p:sp>
      <p:sp>
        <p:nvSpPr>
          <p:cNvPr id="9" name="Shape 7"/>
          <p:cNvSpPr/>
          <p:nvPr/>
        </p:nvSpPr>
        <p:spPr>
          <a:xfrm>
            <a:off x="3246120" y="1463040"/>
            <a:ext cx="0" cy="429768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1234440"/>
            <a:ext cx="8031175" cy="9601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팀이 커집니다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611880" y="2240280"/>
            <a:ext cx="803117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DCC07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Bigger Teams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611880" y="2880360"/>
            <a:ext cx="803117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E7EA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Equipos más grandes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611880" y="3703320"/>
            <a:ext cx="8031175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F6F1E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챔피언은 손을 들고 다른 챔피언을 찾으세요. 응원단은 챔피언을 따라 앞쪽으로 이동!</a:t>
            </a:r>
            <a:endParaRPr lang="en-US" sz="20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Champions, hands up — find another champion. Cheerleaders, follow your champion toward the front!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7EA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Campeones, ¡manos arriba! Busquen otro campeón. Animadores, ¡sigan a su campeón hacia el frente!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10 / 13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FINAL CHAMPIONS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26517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6F1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5–6</a:t>
            </a:r>
            <a:endParaRPr lang="en-US" sz="9600" dirty="0"/>
          </a:p>
        </p:txBody>
      </p:sp>
      <p:sp>
        <p:nvSpPr>
          <p:cNvPr id="9" name="Shape 7"/>
          <p:cNvSpPr/>
          <p:nvPr/>
        </p:nvSpPr>
        <p:spPr>
          <a:xfrm>
            <a:off x="3246120" y="1463040"/>
            <a:ext cx="0" cy="429768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1234440"/>
            <a:ext cx="8031175" cy="9601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모두 멈추세요!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611880" y="2240280"/>
            <a:ext cx="803117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DCC07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Everybody Freeze!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611880" y="2880360"/>
            <a:ext cx="803117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E7EA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¡Todos quietos!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611880" y="3703320"/>
            <a:ext cx="8031175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F6F1E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남은 챔피언은 팀과 함께 앞으로 나오세요. 이제부터 MC가 대진을 정하고 한 경기씩 진행합니다.</a:t>
            </a:r>
            <a:endParaRPr lang="en-US" sz="20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Champions, come forward with your teams. From here the MC pairs the matches — one at a time.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7EA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Campeones, al frente con sus equipos. Desde ahora el MC forma las parejas — una a la vez.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11 / 13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CHAMPIONSHIP FINAL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26517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0" b="1" dirty="0">
                <a:solidFill>
                  <a:srgbClr val="F6F1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</a:t>
            </a:r>
            <a:endParaRPr lang="en-US" sz="15000" dirty="0"/>
          </a:p>
        </p:txBody>
      </p:sp>
      <p:sp>
        <p:nvSpPr>
          <p:cNvPr id="9" name="Shape 7"/>
          <p:cNvSpPr/>
          <p:nvPr/>
        </p:nvSpPr>
        <p:spPr>
          <a:xfrm>
            <a:off x="3246120" y="1463040"/>
            <a:ext cx="0" cy="429768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1234440"/>
            <a:ext cx="8031175" cy="9601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결승전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611880" y="2240280"/>
            <a:ext cx="803117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DCC07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The Final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611880" y="2880360"/>
            <a:ext cx="803117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E7EA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La Gran Final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611880" y="3703320"/>
            <a:ext cx="8031175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F6F1E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마지막 두 챔피언! 결승전은 3판 2선승입니다. 어느 팀이 더 크게 응원하는지도 보겠습니다!</a:t>
            </a:r>
            <a:endParaRPr lang="en-US" sz="20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The final two champions! The final is BEST TWO OUT OF THREE. Let’s hear which team cheers louder!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7EA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¡Los dos últimos campeones! La final es AL MEJOR DE TRES. ¡Veamos qué equipo anima más fuerte!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12 / 13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FINAL · BEST 2 OF 3 · 다 함께 · ¡TODOS JUNTOS!</a:t>
            </a:r>
            <a:endParaRPr lang="en-US" sz="1800" dirty="0"/>
          </a:p>
        </p:txBody>
      </p:sp>
      <p:pic>
        <p:nvPicPr>
          <p:cNvPr id="8" name="Image 0" descr="/Users/logosguru/Code/retreat2026/scripts/icebreaker/assets/emoji-f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477" y="1508760"/>
            <a:ext cx="1554480" cy="1554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3154680"/>
            <a:ext cx="260215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CC07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ROCK</a:t>
            </a:r>
            <a:endParaRPr lang="en-US" sz="3600" dirty="0"/>
          </a:p>
        </p:txBody>
      </p:sp>
      <p:pic>
        <p:nvPicPr>
          <p:cNvPr id="10" name="Image 1" descr="/Users/logosguru/Code/retreat2026/scripts/icebreaker/assets/emoji-ha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3231" y="1508760"/>
            <a:ext cx="1554480" cy="1554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79394" y="3154680"/>
            <a:ext cx="260215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CC07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PAPER</a:t>
            </a:r>
            <a:endParaRPr lang="en-US" sz="3600" dirty="0"/>
          </a:p>
        </p:txBody>
      </p:sp>
      <p:pic>
        <p:nvPicPr>
          <p:cNvPr id="12" name="Image 2" descr="/Users/logosguru/Code/retreat2026/scripts/icebreaker/assets/emoji-victo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985" y="1508760"/>
            <a:ext cx="1554480" cy="1554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10148" y="3154680"/>
            <a:ext cx="260215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CC07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SCISSORS</a:t>
            </a:r>
            <a:endParaRPr lang="en-US" sz="3600" dirty="0"/>
          </a:p>
        </p:txBody>
      </p:sp>
      <p:sp>
        <p:nvSpPr>
          <p:cNvPr id="14" name="Shape 9"/>
          <p:cNvSpPr/>
          <p:nvPr/>
        </p:nvSpPr>
        <p:spPr>
          <a:xfrm>
            <a:off x="9040901" y="1325880"/>
            <a:ext cx="2602154" cy="3429000"/>
          </a:xfrm>
          <a:prstGeom prst="roundRect">
            <a:avLst>
              <a:gd name="adj" fmla="val 5271"/>
            </a:avLst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pic>
        <p:nvPicPr>
          <p:cNvPr id="15" name="Image 3" descr="/Users/logosguru/Code/retreat2026/scripts/icebreaker/assets/emoji-targ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4738" y="1508760"/>
            <a:ext cx="1554480" cy="15544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040901" y="3154680"/>
            <a:ext cx="260215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241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SHOOT!</a:t>
            </a:r>
            <a:endParaRPr lang="en-US" sz="3600" dirty="0"/>
          </a:p>
        </p:txBody>
      </p:sp>
      <p:sp>
        <p:nvSpPr>
          <p:cNvPr id="17" name="Text 11"/>
          <p:cNvSpPr/>
          <p:nvPr/>
        </p:nvSpPr>
        <p:spPr>
          <a:xfrm>
            <a:off x="548640" y="4937760"/>
            <a:ext cx="11094415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2000" dirty="0">
                <a:solidFill>
                  <a:srgbClr val="F6F1E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마지막 판은 모두 함께 구호를 외칩니다!</a:t>
            </a:r>
            <a:endParaRPr lang="en-US" sz="20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800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For the deciding game, the whole room calls the cue together!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7EA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¡En el juego decisivo, toda la sala grita la señal juntos!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13 / 13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AWARDS · 시상 · PREMIOS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5120640" cy="3657600"/>
          </a:xfrm>
          <a:prstGeom prst="roundRect">
            <a:avLst>
              <a:gd name="adj" fmla="val 3750"/>
            </a:avLst>
          </a:prstGeom>
          <a:solidFill>
            <a:srgbClr val="C89B3C"/>
          </a:solidFill>
          <a:ln w="19050">
            <a:solidFill>
              <a:srgbClr val="C89B3C"/>
            </a:solidFill>
            <a:prstDash val="solid"/>
          </a:ln>
        </p:spPr>
      </p:sp>
      <p:pic>
        <p:nvPicPr>
          <p:cNvPr id="9" name="Image 0" descr="/Users/logosguru/Code/retreat2026/scripts/icebreaker/assets/emoji-troph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1760" y="1737360"/>
            <a:ext cx="914400" cy="914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265176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E241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$30</a:t>
            </a:r>
            <a:endParaRPr lang="en-US" sz="7200" dirty="0"/>
          </a:p>
        </p:txBody>
      </p:sp>
      <p:sp>
        <p:nvSpPr>
          <p:cNvPr id="11" name="Text 8"/>
          <p:cNvSpPr/>
          <p:nvPr/>
        </p:nvSpPr>
        <p:spPr>
          <a:xfrm>
            <a:off x="548640" y="36118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E24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Amazon Gift Card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48640" y="4023360"/>
            <a:ext cx="51206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241D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챔피언</a:t>
            </a:r>
            <a:endParaRPr lang="en-US" sz="28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E241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Champion · Campeón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6492240" y="1463040"/>
            <a:ext cx="5120640" cy="3657600"/>
          </a:xfrm>
          <a:prstGeom prst="roundRect">
            <a:avLst>
              <a:gd name="adj" fmla="val 3750"/>
            </a:avLst>
          </a:prstGeom>
          <a:solidFill>
            <a:srgbClr val="0E241D"/>
          </a:solidFill>
          <a:ln w="19050">
            <a:solidFill>
              <a:srgbClr val="C89B3C"/>
            </a:solidFill>
            <a:prstDash val="solid"/>
          </a:ln>
        </p:spPr>
      </p:sp>
      <p:pic>
        <p:nvPicPr>
          <p:cNvPr id="14" name="Image 1" descr="/Users/logosguru/Code/retreat2026/scripts/icebreaker/assets/emoji-sil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1737360"/>
            <a:ext cx="914400" cy="9144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492240" y="265176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6F1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$20</a:t>
            </a:r>
            <a:endParaRPr lang="en-US" sz="7200" dirty="0"/>
          </a:p>
        </p:txBody>
      </p:sp>
      <p:sp>
        <p:nvSpPr>
          <p:cNvPr id="16" name="Text 12"/>
          <p:cNvSpPr/>
          <p:nvPr/>
        </p:nvSpPr>
        <p:spPr>
          <a:xfrm>
            <a:off x="6492240" y="36118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Amazon Gift Card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492240" y="4023360"/>
            <a:ext cx="51206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준우승</a:t>
            </a:r>
            <a:endParaRPr lang="en-US" sz="28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DCC07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Runner-up · Subcampeón</a:t>
            </a:r>
            <a:endParaRPr lang="en-US" sz="2800" dirty="0"/>
          </a:p>
        </p:txBody>
      </p:sp>
      <p:sp>
        <p:nvSpPr>
          <p:cNvPr id="18" name="Text 14"/>
          <p:cNvSpPr/>
          <p:nvPr/>
        </p:nvSpPr>
        <p:spPr>
          <a:xfrm>
            <a:off x="548640" y="5257800"/>
            <a:ext cx="11094415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6F1E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분께 큰 박수 부탁드립니다!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 huge round of applause for our finalists!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7EA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¡Un gran aplauso para nuestros finalistas!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Ice Breaker — 2026 Evergreen Summer Retreat</dc:title>
  <dc:subject>PptxGenJS Presentation</dc:subject>
  <dc:creator>Evergreen Church</dc:creator>
  <cp:lastModifiedBy>Evergreen Church</cp:lastModifiedBy>
  <cp:revision>1</cp:revision>
  <dcterms:created xsi:type="dcterms:W3CDTF">2026-09-03T02:39:40Z</dcterms:created>
  <dcterms:modified xsi:type="dcterms:W3CDTF">2026-09-03T02:39:40Z</dcterms:modified>
</cp:coreProperties>
</file>